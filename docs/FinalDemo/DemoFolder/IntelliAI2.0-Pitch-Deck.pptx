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525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2011680"/>
            <a:ext cx="5943600" cy="5943600"/>
          </a:xfrm>
          <a:prstGeom prst="ellipse">
            <a:avLst/>
          </a:prstGeom>
          <a:solidFill>
            <a:srgbClr val="065A82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2926080"/>
            <a:ext cx="4572000" cy="45720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MQ HACKATHON 2026  ·  PHASE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IntelliAI 2.0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8961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IBM MQ migration control plane — moving production applications onto dedicated queue managers with no message loss, no application reconfiguration, and a complete audit trail.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4526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5120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MQ 9.4.5 QMs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20440" y="4526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20440" y="5120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migrated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4526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63640" y="5120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006840" y="4526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roco-dev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06840" y="5120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namespace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intelliAI2DotO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queue managers are a shared failure domain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IBM MQ estates consolidate many applications onto a few shared queue managers. When applications share a queue manager, they share everything that can go wrong with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82296" cy="713232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78892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failure domain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11810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application's incident becomes everyone's incident.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82296" cy="713232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70332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maintenance window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403250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patch for one forces an outage on all the others.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82296" cy="713232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61772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capacity ceiling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494690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traffic spike from one application starves the rest.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532120"/>
            <a:ext cx="82296" cy="713232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53212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security boundary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586130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blast radius across unrelated applications.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406640" y="1554480"/>
            <a:ext cx="4206240" cy="4572000"/>
          </a:xfrm>
          <a:prstGeom prst="roundRect">
            <a:avLst>
              <a:gd name="adj" fmla="val 2609"/>
            </a:avLst>
          </a:prstGeom>
          <a:solidFill>
            <a:srgbClr val="0E1525"/>
          </a:solidFill>
          <a:ln/>
        </p:spPr>
      </p:sp>
      <p:sp>
        <p:nvSpPr>
          <p:cNvPr id="18" name="Text 16"/>
          <p:cNvSpPr/>
          <p:nvPr/>
        </p:nvSpPr>
        <p:spPr>
          <a:xfrm>
            <a:off x="772668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REMEDY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26680" y="214884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each application its own dedicated queue manager.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726680" y="3200400"/>
            <a:ext cx="3611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understood. The hard part is performing that migration on a live estate — without losing a message, without asking a single application to reconfigure, and without disturbing the applications left behind.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26680" y="521208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IntelliAI 2.0 is the control plane that does it.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safe migration holds four constraints at once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9280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91109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message loss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5146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in-flight message is delivered. None stranded on the old queue, none duplicated.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89280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86600" y="191109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application change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64808" y="25146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 and consumers keep the same connection and queue name. They never reconnect — they never notice.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330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15137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collateral impact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" y="475488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Migrating one application does not disturb the co-tenant applications still on the shared queue manager.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84048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1330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86600" y="415137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auditability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64808" y="475488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recorded — what ran, when, in what causal order, with what result — and is reversible.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tiers — one chokepoint to MQ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80160" y="1508760"/>
            <a:ext cx="9601200" cy="868680"/>
          </a:xfrm>
          <a:prstGeom prst="roundRect">
            <a:avLst>
              <a:gd name="adj" fmla="val 8421"/>
            </a:avLst>
          </a:prstGeom>
          <a:solidFill>
            <a:srgbClr val="12203A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00200" y="16184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— Next.js control plane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00200" y="196596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Migrations · Topology Viz · RCA   —   holds no MQ access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212080" y="24323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SSE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80160" y="2743200"/>
            <a:ext cx="9601200" cy="2331720"/>
          </a:xfrm>
          <a:prstGeom prst="roundRect">
            <a:avLst>
              <a:gd name="adj" fmla="val 3137"/>
            </a:avLst>
          </a:prstGeom>
          <a:solidFill>
            <a:srgbClr val="10284A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0200" y="2852928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Control Layer — FastAPI   ·   the only component that talks to MQ; every write is audit-logged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554480" y="3291840"/>
            <a:ext cx="4389120" cy="749808"/>
          </a:xfrm>
          <a:prstGeom prst="roundRect">
            <a:avLst>
              <a:gd name="adj" fmla="val 7317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691640" y="33649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engines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91640" y="365760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· state machine · rewiring · drain · rollback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72200" y="3291840"/>
            <a:ext cx="4389120" cy="749808"/>
          </a:xfrm>
          <a:prstGeom prst="roundRect">
            <a:avLst>
              <a:gd name="adj" fmla="val 7317"/>
            </a:avLst>
          </a:prstGeom>
          <a:solidFill>
            <a:srgbClr val="3A4A8A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33649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— Tachyon LLM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365760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Planner · Operator Assistant · RCA — advisory only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554480" y="4133088"/>
            <a:ext cx="4389120" cy="749808"/>
          </a:xfrm>
          <a:prstGeom prst="roundRect">
            <a:avLst>
              <a:gd name="adj" fmla="val 7317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1691640" y="420624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modules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91640" y="449884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Blast-radius · Markov reliability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72200" y="4133088"/>
            <a:ext cx="4389120" cy="749808"/>
          </a:xfrm>
          <a:prstGeom prst="roundRect">
            <a:avLst>
              <a:gd name="adj" fmla="val 7317"/>
            </a:avLst>
          </a:prstGeom>
          <a:solidFill>
            <a:srgbClr val="D08A2C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420624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Lamport-clocked audit log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449884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the system of record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212080" y="51389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exec · runmqsc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280160" y="5440680"/>
            <a:ext cx="9601200" cy="868680"/>
          </a:xfrm>
          <a:prstGeom prst="roundRect">
            <a:avLst>
              <a:gd name="adj" fmla="val 8421"/>
            </a:avLst>
          </a:prstGeom>
          <a:solidFill>
            <a:srgbClr val="123A22"/>
          </a:solidFill>
          <a:ln w="15240">
            <a:solidFill>
              <a:srgbClr val="2FA3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00200" y="555040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namespace — roco-dev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00200" y="589788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IBM MQ 9.4.5  ·  9 source queue managers  +  7 dedicated target queue managers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280160" y="64008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talks only to the BCL. The BCL talks to MQ. One path — so one place to validate, sequence, and record every operation.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Transparent rewiring over a remote-queue alias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57400" cy="2743200"/>
          </a:xfrm>
          <a:prstGeom prst="roundRect">
            <a:avLst>
              <a:gd name="adj" fmla="val 4444"/>
            </a:avLst>
          </a:prstGeom>
          <a:solidFill>
            <a:srgbClr val="F2F6FB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1920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04088" y="29718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dedicated target queue manager pod; realize its MQ objects via MQSC.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24328" y="3063240"/>
            <a:ext cx="16459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98064" y="1691640"/>
            <a:ext cx="2057400" cy="2743200"/>
          </a:xfrm>
          <a:prstGeom prst="roundRect">
            <a:avLst>
              <a:gd name="adj" fmla="val 4444"/>
            </a:avLst>
          </a:prstGeom>
          <a:solidFill>
            <a:srgbClr val="F2F6FB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75304" y="1920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3575304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07792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53512" y="29718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XMITQ transmission queue and the SDR/RCVR channel pair, source to target.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73752" y="3063240"/>
            <a:ext cx="16459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47488" y="1691640"/>
            <a:ext cx="2057400" cy="2743200"/>
          </a:xfrm>
          <a:prstGeom prst="roundRect">
            <a:avLst>
              <a:gd name="adj" fmla="val 4444"/>
            </a:avLst>
          </a:prstGeom>
          <a:solidFill>
            <a:srgbClr val="F2F6FB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24728" y="1920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582472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57216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Rewire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02936" y="29718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each source QLOCAL with a QREMOTE alias of the same name pointing over the bridge.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23176" y="3063240"/>
            <a:ext cx="16459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96912" y="1691640"/>
            <a:ext cx="2057400" cy="2743200"/>
          </a:xfrm>
          <a:prstGeom prst="roundRect">
            <a:avLst>
              <a:gd name="adj" fmla="val 4444"/>
            </a:avLst>
          </a:prstGeom>
          <a:solidFill>
            <a:srgbClr val="F2F6FB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74152" y="1920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8074152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0664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52360" y="29718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the old source queue to a confirmed zero — proof no message was stranded.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372600" y="3063240"/>
            <a:ext cx="16459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46336" y="1691640"/>
            <a:ext cx="2057400" cy="2743200"/>
          </a:xfrm>
          <a:prstGeom prst="roundRect">
            <a:avLst>
              <a:gd name="adj" fmla="val 4444"/>
            </a:avLst>
          </a:prstGeom>
          <a:solidFill>
            <a:srgbClr val="F2F6FB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23576" y="1920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10323576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56064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701784" y="29718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new path end-to-end, then remove the now-empty source queues.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80060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0E1525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4983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68680" y="53035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MQ's own remote-queue routing forwards messages over the bridge. The producer keeps its connection and its queue name — it PUTs exactly as before, and MQ now delivers to the dedicated target. The cutover is invisible to the application: no reconfiguration, no restart, no downtime.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Co-tenant safety is proven, not assumed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492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source queue manager hosts several applications. Migrating one must not disturb the others. IntelliAI 2.0 does not merely intend this — it checks it, before the migration is allowed to run.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82296" cy="868680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834640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Per-queue rewiring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163824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migrating application's own queues are deleted and redefined. Co-tenant queues are never named in the migration's MQSC.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82296" cy="868680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886200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Blast-radius analysis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4215384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execution, the BCL enumerates every MQSC command the migration will issue and counts those touching a co-tenant's queues.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937760"/>
            <a:ext cx="82296" cy="868680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937760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on zero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5266944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correct migration that count is zero — and the migration is gated on it. Isolation is a verified property of the specific plan.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0" y="1554480"/>
            <a:ext cx="4114800" cy="4572000"/>
          </a:xfrm>
          <a:prstGeom prst="roundRect">
            <a:avLst>
              <a:gd name="adj" fmla="val 2667"/>
            </a:avLst>
          </a:prstGeom>
          <a:solidFill>
            <a:srgbClr val="EAF4EE"/>
          </a:solidFill>
          <a:ln w="15240">
            <a:solidFill>
              <a:srgbClr val="2FA3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23774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TOUCHING A CO-TENANT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0" y="274320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2FA3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2000" dirty="0"/>
          </a:p>
        </p:txBody>
      </p:sp>
      <p:sp>
        <p:nvSpPr>
          <p:cNvPr id="17" name="Text 15"/>
          <p:cNvSpPr/>
          <p:nvPr/>
        </p:nvSpPr>
        <p:spPr>
          <a:xfrm>
            <a:off x="7863840" y="45720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every migration before it is permitted to run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migration is an explicit 12-state machine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914400" y="1600200"/>
            <a:ext cx="2468880" cy="658368"/>
          </a:xfrm>
          <a:prstGeom prst="roundRect">
            <a:avLst>
              <a:gd name="adj" fmla="val 8333"/>
            </a:avLst>
          </a:prstGeom>
          <a:solidFill>
            <a:srgbClr val="12284A"/>
          </a:solidFill>
          <a:ln w="1397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6002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0" y="1600200"/>
            <a:ext cx="2468880" cy="658368"/>
          </a:xfrm>
          <a:prstGeom prst="roundRect">
            <a:avLst>
              <a:gd name="adj" fmla="val 8333"/>
            </a:avLst>
          </a:prstGeom>
          <a:solidFill>
            <a:srgbClr val="12284A"/>
          </a:solidFill>
          <a:ln w="1397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03320" y="16002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PROVISIONING_TARGET_QM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0" y="1600200"/>
            <a:ext cx="2468880" cy="658368"/>
          </a:xfrm>
          <a:prstGeom prst="roundRect">
            <a:avLst>
              <a:gd name="adj" fmla="val 8333"/>
            </a:avLst>
          </a:prstGeom>
          <a:solidFill>
            <a:srgbClr val="12284A"/>
          </a:solidFill>
          <a:ln w="1397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6002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VALIDATING_PRE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14400" y="2468880"/>
            <a:ext cx="2468880" cy="658368"/>
          </a:xfrm>
          <a:prstGeom prst="roundRect">
            <a:avLst>
              <a:gd name="adj" fmla="val 8333"/>
            </a:avLst>
          </a:prstGeom>
          <a:solidFill>
            <a:srgbClr val="12284A"/>
          </a:solidFill>
          <a:ln w="1397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46888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REWIRING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0" y="2468880"/>
            <a:ext cx="2468880" cy="658368"/>
          </a:xfrm>
          <a:prstGeom prst="roundRect">
            <a:avLst>
              <a:gd name="adj" fmla="val 8333"/>
            </a:avLst>
          </a:prstGeom>
          <a:solidFill>
            <a:srgbClr val="12284A"/>
          </a:solidFill>
          <a:ln w="1397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246888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DRAIN_WAIT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0" y="2468880"/>
            <a:ext cx="2468880" cy="658368"/>
          </a:xfrm>
          <a:prstGeom prst="roundRect">
            <a:avLst>
              <a:gd name="adj" fmla="val 8333"/>
            </a:avLst>
          </a:prstGeom>
          <a:solidFill>
            <a:srgbClr val="12284A"/>
          </a:solidFill>
          <a:ln w="1397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46888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VALIDATING_DURING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" y="3337560"/>
            <a:ext cx="2468880" cy="658368"/>
          </a:xfrm>
          <a:prstGeom prst="roundRect">
            <a:avLst>
              <a:gd name="adj" fmla="val 8333"/>
            </a:avLst>
          </a:prstGeom>
          <a:solidFill>
            <a:srgbClr val="12284A"/>
          </a:solidFill>
          <a:ln w="1397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3375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DRAINING_SOURCE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0" y="3337560"/>
            <a:ext cx="2468880" cy="658368"/>
          </a:xfrm>
          <a:prstGeom prst="roundRect">
            <a:avLst>
              <a:gd name="adj" fmla="val 8333"/>
            </a:avLst>
          </a:prstGeom>
          <a:solidFill>
            <a:srgbClr val="12284A"/>
          </a:solidFill>
          <a:ln w="1397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33375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VALIDATING_POST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0" y="3337560"/>
            <a:ext cx="2468880" cy="658368"/>
          </a:xfrm>
          <a:prstGeom prst="roundRect">
            <a:avLst>
              <a:gd name="adj" fmla="val 8333"/>
            </a:avLst>
          </a:prstGeom>
          <a:solidFill>
            <a:srgbClr val="123A22"/>
          </a:solidFill>
          <a:ln w="13970">
            <a:solidFill>
              <a:srgbClr val="2FA3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3375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235440" y="1600200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1C1206"/>
          </a:solidFill>
          <a:ln w="13970">
            <a:solidFill>
              <a:srgbClr val="D08A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81160" y="160020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ROLLING_BACK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235440" y="2468880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230C0C"/>
          </a:solidFill>
          <a:ln w="13970">
            <a:solidFill>
              <a:srgbClr val="C050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81160" y="24688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ROLLED_BACK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235440" y="3337560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230C0C"/>
          </a:solidFill>
          <a:ln w="13970">
            <a:solidFill>
              <a:srgbClr val="C050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81160" y="333756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ROLLBACK_FAILED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440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PATH — nine states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66560" y="4297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0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PATH — reachable from any forward state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14400" y="4754880"/>
            <a:ext cx="10607040" cy="1417320"/>
          </a:xfrm>
          <a:prstGeom prst="roundRect">
            <a:avLst>
              <a:gd name="adj" fmla="val 5161"/>
            </a:avLst>
          </a:prstGeom>
          <a:solidFill>
            <a:srgbClr val="10284A"/>
          </a:solidFill>
          <a:ln/>
        </p:spPr>
      </p:sp>
      <p:sp>
        <p:nvSpPr>
          <p:cNvPr id="31" name="Text 29"/>
          <p:cNvSpPr/>
          <p:nvPr/>
        </p:nvSpPr>
        <p:spPr>
          <a:xfrm>
            <a:off x="1234440" y="493776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states, not a script.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application is always in a known state; every transition emits MQSC and a Lamport-clocked audit record. On failure the engine rolls that application — and only that application — back, in reverse Lamport order. After ROLLED_BACK the operator restarts: the record recycles to PLANNED and the idempotent forward path runs again.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 step fails — automatic, scoped rollback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D08A2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 fails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88366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detects the failure at a transition — for example, the target queue manager becomes unreachable during bridge validation.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011680"/>
            <a:ext cx="0" cy="475488"/>
          </a:xfrm>
          <a:prstGeom prst="line">
            <a:avLst/>
          </a:prstGeom>
          <a:noFill/>
          <a:ln w="19050">
            <a:solidFill>
              <a:srgbClr val="C9D6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487168"/>
            <a:ext cx="457200" cy="457200"/>
          </a:xfrm>
          <a:prstGeom prst="ellipse">
            <a:avLst/>
          </a:prstGeom>
          <a:solidFill>
            <a:srgbClr val="D08A2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248716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fires — automatically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281635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migration enters ROLLING_BACK. The rollback engine walks this application's audit entries in reverse Lamport order, applying the inverse MQSC for each completed step.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2944368"/>
            <a:ext cx="0" cy="475488"/>
          </a:xfrm>
          <a:prstGeom prst="line">
            <a:avLst/>
          </a:prstGeom>
          <a:noFill/>
          <a:ln w="19050">
            <a:solidFill>
              <a:srgbClr val="C9D6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419856"/>
            <a:ext cx="457200" cy="457200"/>
          </a:xfrm>
          <a:prstGeom prst="ellipse">
            <a:avLst/>
          </a:prstGeom>
          <a:solidFill>
            <a:srgbClr val="D08A2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3419856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one application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37490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already COMPLETED, or still PLANNED, are never touched. Rolling back app A walks only A's audit trail.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3877056"/>
            <a:ext cx="0" cy="475488"/>
          </a:xfrm>
          <a:prstGeom prst="line">
            <a:avLst/>
          </a:prstGeom>
          <a:noFill/>
          <a:ln w="19050">
            <a:solidFill>
              <a:srgbClr val="C9D6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35254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88720" y="435254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Assistant diagnoses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468172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the Lamport-ordered audit trail, locates the failure event, names the MQ reason code, and produces a structured diagnosis with suggested checks.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4809744"/>
            <a:ext cx="0" cy="475488"/>
          </a:xfrm>
          <a:prstGeom prst="line">
            <a:avLst/>
          </a:prstGeom>
          <a:noFill/>
          <a:ln w="19050">
            <a:solidFill>
              <a:srgbClr val="C9D6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28523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285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88720" y="528523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restarts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88720" y="561441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cause is resolved, the record recycles to PLANNED and the idempotent forward path runs again.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rollback itself cannot complete, the migration settles at ROLLBACK_FAILED — an explicit terminal state that signals human recovery is required, never a silent ambiguous state.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cited models, used where they apply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F2F6FB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Little's Law — drain-time prediction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4846320" cy="777240"/>
          </a:xfrm>
          <a:prstGeom prst="roundRect">
            <a:avLst>
              <a:gd name="adj" fmla="val 7059"/>
            </a:avLst>
          </a:prstGeom>
          <a:solidFill>
            <a:srgbClr val="0E152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λW    →    T_drain ≈ L₀ / μ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producer rewired away, no new messages arrive at the old queue — so the queueing relationship reduces to a direct drain estimate from observed depth and consumer service rate. The prediction is surfaced in the UI; the engine still confirms the drain by polling depth to zero.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5257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Little, J. D. C. (1961). Operations Research 9(3), 383–387.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F2F6FB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Absorbing Markov chain — reliability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92240" y="2286000"/>
            <a:ext cx="4846320" cy="777240"/>
          </a:xfrm>
          <a:prstGeom prst="roundRect">
            <a:avLst>
              <a:gd name="adj" fmla="val 7059"/>
            </a:avLst>
          </a:prstGeom>
          <a:solidFill>
            <a:srgbClr val="0E1525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2860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(I − Q)⁻¹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92240" y="32461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machine IS an absorbing chain — COMPLETED, ROLLED_BACK and ROLLBACK_FAILED absorb; the rest are transient. The fundamental matrix gives expected steps to absorption and per-outcome probability. The UI shows this model alongside an empirical estimate from the real audit log — never merged.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5257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Kemeny &amp; Snell, Finite Markov Chains (1960), Ch. 3.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models, and no more — each maps to a real question the system must answer. Model and measurement are always shown separately.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agents that advise — and never 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integrated with the Tachyon LLM gateway (Gemini 2.5 Pro). They inform the operator. Every state-changing action is performed by deterministic engines.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0E1525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6060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6700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Planner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333756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the per-application migration plan — the ordered step sequence, the ordering rationale, identified risks, and a plain-language summary the operator reviews before approving.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51960" y="237744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0E1525"/>
          </a:solidFill>
          <a:ln/>
        </p:spPr>
      </p:sp>
      <p:sp>
        <p:nvSpPr>
          <p:cNvPr id="11" name="Shape 9"/>
          <p:cNvSpPr/>
          <p:nvPr/>
        </p:nvSpPr>
        <p:spPr>
          <a:xfrm>
            <a:off x="4526280" y="26060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66360" y="26700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Assistant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44568" y="333756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free-text operational questions about migration status, the audit trail, rollbacks, and drain predictions — every answer drawn from live BCL data.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55280" y="237744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0E1525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26060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69680" y="26700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Assistant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47888" y="333756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a failed migration: reads its Lamport-ordered audit trail, locates the failure event, names the MQ reason code, and produces a structured root-cause report.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82296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44068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engines decide and act. Agents explain and advise. The audit log records.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parts of the system that change a production queue manager are code-reviewed and predictable.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pages — every operation driven from the UI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8562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1248" y="2350008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estate at a glance — topology, queue manager, audit-event and migration counts. The proof that the numbers across the system agree.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4808" y="18562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64808" y="2350008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operational heart — per-application state, step history, the Lamport audit timeline, the Little's Law drain prediction, the Operator Assistant, the reliability panel.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40965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Viz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1248" y="4590288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and target topologies side by side, plus the blast-radius view showing exactly which queues a migration touches — and that co-tenants are not among them.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384048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40965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64808" y="4590288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RCA Assistant's structured diagnosis of a failed migration, a free-text question box, and evidence downloads — the MQSC script and the evidence bundle.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show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0284A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180136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1719072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state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0" y="1719072"/>
            <a:ext cx="6583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topology is provisioned through the BCL; the UI shows the fleet of shared queue managers.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679192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0284A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288036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880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2798064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migration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798064"/>
            <a:ext cx="6583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application is migrated through its 12-state machine — provision, bridge, rewire, drain, finalize.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758184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0284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7280" y="395935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9593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28800" y="3877056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0" y="3877056"/>
            <a:ext cx="6583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Message-flow validation runs before and after — a real message traverses the migrated path; the producer never reconnects.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" y="4837176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0284A"/>
          </a:solidFill>
          <a:ln/>
        </p:spPr>
      </p:sp>
      <p:sp>
        <p:nvSpPr>
          <p:cNvPr id="20" name="Shape 18"/>
          <p:cNvSpPr/>
          <p:nvPr/>
        </p:nvSpPr>
        <p:spPr>
          <a:xfrm>
            <a:off x="1097280" y="5038344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50383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28800" y="4956048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4956048"/>
            <a:ext cx="6583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is demonstrated on a simulated failure — the application reverses cleanly while every co-tenant is left untouched.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" y="6080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view shown is the UI driving the BCL — the BCL is the system of record.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Exercised against a real fleet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0E152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MQ 9.4.5 queue managers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6916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0E1525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9202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→ 7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74720" y="2788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source → dedicated targets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0E15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9202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63640" y="2788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migrated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5400" y="16916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0E1525"/>
          </a:solidFill>
          <a:ln/>
        </p:spPr>
      </p:sp>
      <p:sp>
        <p:nvSpPr>
          <p:cNvPr id="14" name="Text 12"/>
          <p:cNvSpPr/>
          <p:nvPr/>
        </p:nvSpPr>
        <p:spPr>
          <a:xfrm>
            <a:off x="9006840" y="19202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52560" y="2788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per migration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run demonstrates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251960"/>
            <a:ext cx="10972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of the source topology through the BCL</a:t>
            </a:r>
            <a:endParaRPr lang="en-US" sz="13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migration — one application at a time — onto dedicated queue managers</a:t>
            </a:r>
            <a:endParaRPr lang="en-US" sz="13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rewiring confirmed by message-flow validation before and after the change</a:t>
            </a:r>
            <a:endParaRPr lang="en-US" sz="13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per-application rollback on a simulated failure, with co-tenants untouched</a:t>
            </a:r>
            <a:endParaRPr lang="en-US" sz="13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Lamport-clocked audit trail, exportable as evidence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217920" cy="6217920"/>
          </a:xfrm>
          <a:prstGeom prst="ellipse">
            <a:avLst/>
          </a:prstGeom>
          <a:solidFill>
            <a:srgbClr val="065A82">
              <a:alpha val="3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is — and what it deliberately is not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8653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7373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machine uses a formal next-state discipline — the project does not run a model checker and claims no machine-checked correctness.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261518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48716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Markov reliability figure is a model, shown alongside — never merged with — an empirical estimate from the real audit log.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336499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23697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Little's Law drain time is a prediction; the actual drain is always confirmed by polling depth to zero.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411480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986784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BCL runs as a single instance; the audit log allows a restarted BCL to recover. Cross-application message dependencies are out of scope.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5029200"/>
            <a:ext cx="10908792" cy="1280160"/>
          </a:xfrm>
          <a:prstGeom prst="roundRect">
            <a:avLst>
              <a:gd name="adj" fmla="val 7143"/>
            </a:avLst>
          </a:prstGeom>
          <a:solidFill>
            <a:srgbClr val="10284A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5193792"/>
            <a:ext cx="10287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IntelliAI 2.0 migrates production IBM MQ applications onto dedicated queue managers using MQ's own remote-queue routing — proving at every step that no message is lost and no co-tenant is disturbed, recording everything in a causally-ordered audit log, and recovering cleanly from failure. All from a single control plane.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intelliAI2DotO  ·  IBM MQ Hackathon 2026 · Phase 2  ·  IBM MQ 9.4.5 on OpenShift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IntelliAI 2.0 — IBM MQ Migration Control Plane</dc:title>
  <dc:subject>PptxGenJS Presentation</dc:subject>
  <dc:creator>intelliAI2DotO</dc:creator>
  <cp:lastModifiedBy>intelliAI2DotO</cp:lastModifiedBy>
  <cp:revision>1</cp:revision>
  <dcterms:created xsi:type="dcterms:W3CDTF">2026-05-17T16:35:21Z</dcterms:created>
  <dcterms:modified xsi:type="dcterms:W3CDTF">2026-05-17T16:35:21Z</dcterms:modified>
</cp:coreProperties>
</file>